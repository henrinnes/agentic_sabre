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633FD-829E-6EE6-348D-BC558A7969B3}" v="94" dt="2026-04-20T19:51:00.457"/>
    <p1510:client id="{FA1C6F24-4DB0-E024-3A5F-BA8572546F72}" v="515" dt="2026-04-20T19:46:37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61D55-4E99-C4E7-5A7E-2384074F5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F68B4-23B4-941B-1632-8A4DF1B1D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09D5A-8937-DF24-9EC0-7548CD208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ED7E5-19DA-A779-2641-A5CEBA21D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B574C-25FD-8FA5-0413-D725710E7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25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8A5E2-6E42-65CA-212F-F70C48B2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FEE1E-8339-F5E1-A3C7-65D3D90D2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4FCC-2040-0F93-C5E7-97F0A1FF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8A4B0-AB34-E3AD-7459-62C21BB9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85A4D-FA58-8D0E-AA59-299210132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8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CBD4-C11A-2BFF-5E07-7FAAFA6AD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164D9-0E77-7A6C-B849-D3679FFC8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10F03-55E6-6B00-5AC8-9A63FFA4C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BA8E7-D333-C832-8FD1-1137DCDE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105F6-F1B2-D3A6-93FF-C684EB46A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48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1CDE-8D56-9C0A-D1AE-29B602D5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80EE4-3633-4E69-9D35-2B177FE20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1CE3C-2083-11C3-E54F-8B2D0D89F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C4A50-7F98-FA86-2795-28326BC6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CCDC8-FB9F-2CF5-7290-A049D5CEA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378E3-C297-69D5-9A00-5DD5F7C8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562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A6FE-F99F-5DDB-34FF-3F87E9EC7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AB5C6-8D91-44E1-A327-EADBFE44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EC748-E771-1E4E-F07D-80E25D879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A718D9-360B-92BD-AB07-118A637C7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9471DB-2F95-020F-4934-BA7CC2A3E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E0044C-90EA-C223-1336-071093E86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1CDBA-D0D7-8F8E-036F-156489977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9B43CE-CB53-3074-262A-325AF83F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90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476A-D008-336B-BAC6-93C1498C2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915B1-A1E5-02D8-0350-B1E4B4B6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3F818-2EB9-0FE2-2497-B3402E76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7EDFC-134E-9E07-0418-5B54EA6C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197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0B3CB-B707-2F94-D3D3-9407B35D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B799E-CAF5-0BCE-B731-A067050F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AB239-6627-9741-8FFF-B1149F9E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30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61D9-0ECE-EA09-531A-882006D2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BFA59-B953-AA41-D48F-9034B1DC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A0B96-E8B6-F966-47A6-EB512E840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D655-A856-5A04-41DC-2F144D660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E7B30-E30B-0D3D-C098-53AC3031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EB8FC-FB55-8A50-EE04-15918A0A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130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AF229-452B-AF39-4E5E-D7654E2A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49C059-AE1F-B6DA-3D5D-BBECBA0F1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7FDFD-D283-EA08-DF78-0E460F5BA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EE455-CB82-E454-1BEE-173CEB9F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50C57-DB8F-2F88-F826-E345AAB1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647BD-A742-867F-537C-DA7282E4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630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6527-5E57-FA52-E769-43B39D2BB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B3839-9A54-FAC1-19C7-C32E1EABD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54F79-90A8-1035-7E1C-DD4559B3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E0206-78A3-7F82-ADE0-497852EAF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9A096-994D-BD3F-7B59-B7D4BB4B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09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9F3F51-BAD3-2CFE-4560-C12BC65C2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F9A00-0C0B-8F32-5B0A-4C272C2FB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F0847-163E-EEFF-F190-7241D9A5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AA88C-5202-555A-3850-16D38FD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DC90F-5CD9-1FE8-D09D-28842A75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45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D1924-8C56-918C-704C-E26BFFF26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17284-D41D-143A-6505-0C9491D6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72C67-1521-3216-DC0D-8F483D3C5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91AEE-1648-4863-A003-0E0E8F40C7A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1D4C6-5CEE-8560-D01C-EF94093C0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36511-D1ED-E0B9-94BB-ABDB61C0E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73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899745-B66E-604A-C911-25D6034185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>
              <a:solidFill>
                <a:schemeClr val="bg1">
                  <a:lumMod val="50000"/>
                </a:schemeClr>
              </a:solidFill>
            </a:endParaRPr>
          </a:p>
          <a:p>
            <a:endParaRPr lang="en-GB">
              <a:solidFill>
                <a:schemeClr val="bg1">
                  <a:lumMod val="50000"/>
                </a:schemeClr>
              </a:solidFill>
            </a:endParaRPr>
          </a:p>
          <a:p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E5F92F-480A-08D3-08B5-A96A379F7C9A}"/>
              </a:ext>
            </a:extLst>
          </p:cNvPr>
          <p:cNvCxnSpPr/>
          <p:nvPr/>
        </p:nvCxnSpPr>
        <p:spPr>
          <a:xfrm>
            <a:off x="190870" y="3429000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70448E2-EFAF-10DB-D1C9-F7EB84CD3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379" y="5858455"/>
            <a:ext cx="2727569" cy="736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749AA9-5BFB-B942-F3D2-DB00631151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767" y="5861275"/>
            <a:ext cx="3474130" cy="74639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56106C6-5079-B863-229C-AB7BD33C3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48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A404-C596-C471-3B59-87E69A4BB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Introduction</a:t>
            </a:r>
            <a:endParaRPr lang="en-GB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19012-1158-CC85-7281-8334EED33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4E40D7-BE15-03B3-6F32-D4894228A3A0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02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41D3-F503-FF21-EF1D-4D9523D4E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7011" cy="1325563"/>
          </a:xfrm>
        </p:spPr>
        <p:txBody>
          <a:bodyPr>
            <a:normAutofit fontScale="90000"/>
          </a:bodyPr>
          <a:lstStyle/>
          <a:p>
            <a:br>
              <a:rPr lang="en-GB" sz="4200"/>
            </a:br>
            <a:br>
              <a:rPr lang="en-GB" sz="4200"/>
            </a:br>
            <a:endParaRPr lang="en-GB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E979-7C16-34BE-78A8-6078C13F4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/>
          </a:p>
          <a:p>
            <a:endParaRPr lang="en-GB"/>
          </a:p>
          <a:p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C6B19F-A096-0250-5D30-B274E684D7E0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032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A97D-8135-E408-C3BF-AD4EC3E9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35431" cy="1325563"/>
          </a:xfrm>
        </p:spPr>
        <p:txBody>
          <a:bodyPr>
            <a:normAutofit fontScale="90000"/>
          </a:bodyPr>
          <a:lstStyle/>
          <a:p>
            <a:br>
              <a:rPr lang="en-GB" sz="4200"/>
            </a:br>
            <a:br>
              <a:rPr lang="en-GB" sz="4200"/>
            </a:br>
            <a:br>
              <a:rPr lang="en-GB" sz="4200"/>
            </a:br>
            <a:endParaRPr lang="en-GB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347FC-8A5F-8549-D393-1CA94B47F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/>
          </a:p>
          <a:p>
            <a:endParaRPr lang="en-GB"/>
          </a:p>
          <a:p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87C24A-0C4A-FC64-7A16-BB6A00A4DB8D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65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2E2A3-7B5F-3395-1F81-EB77EF2D8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42216" cy="1325563"/>
          </a:xfrm>
        </p:spPr>
        <p:txBody>
          <a:bodyPr>
            <a:normAutofit fontScale="90000"/>
          </a:bodyPr>
          <a:lstStyle/>
          <a:p>
            <a:br>
              <a:rPr lang="en-GB" sz="4200"/>
            </a:br>
            <a:br>
              <a:rPr lang="en-GB" sz="4200"/>
            </a:br>
            <a:endParaRPr lang="en-GB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B857-8CF3-AA53-D5EA-A1969D9CB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/>
          </a:p>
          <a:p>
            <a:endParaRPr lang="en-GB"/>
          </a:p>
          <a:p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2E8508-6886-DEC6-8DCF-EDE43333A572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C681000-16B4-5876-9755-AD23724D05D3}"/>
              </a:ext>
            </a:extLst>
          </p:cNvPr>
          <p:cNvSpPr>
            <a:spLocks noGrp="1"/>
          </p:cNvSpPr>
          <p:nvPr/>
        </p:nvSpPr>
        <p:spPr>
          <a:xfrm>
            <a:off x="885873" y="2169646"/>
            <a:ext cx="4967889" cy="8786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055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9C1F-66CE-A3C2-A7FB-A02095B3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91043" cy="1325563"/>
          </a:xfrm>
        </p:spPr>
        <p:txBody>
          <a:bodyPr>
            <a:normAutofit/>
          </a:bodyPr>
          <a:lstStyle/>
          <a:p>
            <a:br>
              <a:rPr lang="en-GB" sz="4200"/>
            </a:br>
            <a:endParaRPr lang="en-GB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38809-D981-2BC3-A738-E3A9AC884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/>
          </a:p>
          <a:p>
            <a:endParaRPr lang="en-GB"/>
          </a:p>
          <a:p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64D6CC-6420-9E00-377D-AFF39E392739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74B2A6A-D7F9-68BE-2B47-56B70BC4D578}"/>
              </a:ext>
            </a:extLst>
          </p:cNvPr>
          <p:cNvSpPr>
            <a:spLocks noGrp="1"/>
          </p:cNvSpPr>
          <p:nvPr/>
        </p:nvSpPr>
        <p:spPr>
          <a:xfrm>
            <a:off x="6204936" y="2160000"/>
            <a:ext cx="4967890" cy="3935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IN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08253C5-5C60-EAD9-A631-71B42907A588}"/>
              </a:ext>
            </a:extLst>
          </p:cNvPr>
          <p:cNvSpPr>
            <a:spLocks noGrp="1"/>
          </p:cNvSpPr>
          <p:nvPr/>
        </p:nvSpPr>
        <p:spPr>
          <a:xfrm>
            <a:off x="828000" y="3038621"/>
            <a:ext cx="4967889" cy="30573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13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6838D-3177-9967-ECE2-19A2D96CD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20021" cy="1325563"/>
          </a:xfrm>
        </p:spPr>
        <p:txBody>
          <a:bodyPr>
            <a:normAutofit fontScale="90000"/>
          </a:bodyPr>
          <a:lstStyle/>
          <a:p>
            <a:br>
              <a:rPr lang="en-GB" sz="4200"/>
            </a:br>
            <a:br>
              <a:rPr lang="en-GB" sz="4200"/>
            </a:br>
            <a:br>
              <a:rPr lang="en-GB" sz="4200"/>
            </a:br>
            <a:br>
              <a:rPr lang="en-GB" sz="4200"/>
            </a:br>
            <a:endParaRPr lang="en-GB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B32D5-EDE1-CE2B-5F5F-E2F318B09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33511D-D6DF-3772-7670-B9E9490CE5AA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3A7B5B2-1211-DD57-E6BA-0116FDBAEE01}"/>
              </a:ext>
            </a:extLst>
          </p:cNvPr>
          <p:cNvSpPr>
            <a:spLocks noGrp="1"/>
          </p:cNvSpPr>
          <p:nvPr/>
        </p:nvSpPr>
        <p:spPr>
          <a:xfrm>
            <a:off x="6475012" y="2140709"/>
            <a:ext cx="4967890" cy="3935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IN"/>
          </a:p>
          <a:p>
            <a:endParaRPr lang="en-I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A99F53D-FC05-0507-68F3-7F4D4A1F0DEA}"/>
              </a:ext>
            </a:extLst>
          </p:cNvPr>
          <p:cNvSpPr>
            <a:spLocks noGrp="1"/>
          </p:cNvSpPr>
          <p:nvPr/>
        </p:nvSpPr>
        <p:spPr>
          <a:xfrm>
            <a:off x="1098076" y="2140709"/>
            <a:ext cx="4967889" cy="8786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IN"/>
          </a:p>
          <a:p>
            <a:endParaRPr lang="en-I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3EF0573-BB2E-99F2-6A68-73CF7D03094C}"/>
              </a:ext>
            </a:extLst>
          </p:cNvPr>
          <p:cNvSpPr>
            <a:spLocks noGrp="1"/>
          </p:cNvSpPr>
          <p:nvPr/>
        </p:nvSpPr>
        <p:spPr>
          <a:xfrm>
            <a:off x="1098076" y="3019330"/>
            <a:ext cx="4967889" cy="30573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214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956E-CFF4-0DC3-78D1-CCFA8FD1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/>
            </a:br>
            <a:br>
              <a:rPr lang="en-GB"/>
            </a:br>
            <a:br>
              <a:rPr lang="en-GB"/>
            </a:b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07290-1A10-9B48-B272-9FBE0AD24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/>
          </a:p>
          <a:p>
            <a:endParaRPr lang="en-GB"/>
          </a:p>
          <a:p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342D31-2E0B-0EB4-FF9C-60730B50339B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1978E70-3595-504B-8650-4404453B4ACB}"/>
              </a:ext>
            </a:extLst>
          </p:cNvPr>
          <p:cNvSpPr>
            <a:spLocks noGrp="1"/>
          </p:cNvSpPr>
          <p:nvPr/>
        </p:nvSpPr>
        <p:spPr>
          <a:xfrm>
            <a:off x="383109" y="1577615"/>
            <a:ext cx="11425462" cy="48577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377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280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056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Introduction</vt:lpstr>
      <vt:lpstr>  </vt:lpstr>
      <vt:lpstr>   </vt:lpstr>
      <vt:lpstr>  </vt:lpstr>
      <vt:lpstr> </vt:lpstr>
      <vt:lpstr>    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Biju Issac</dc:creator>
  <cp:revision>2</cp:revision>
  <dcterms:created xsi:type="dcterms:W3CDTF">2026-04-02T16:57:41Z</dcterms:created>
  <dcterms:modified xsi:type="dcterms:W3CDTF">2026-04-21T15:47:45Z</dcterms:modified>
</cp:coreProperties>
</file>